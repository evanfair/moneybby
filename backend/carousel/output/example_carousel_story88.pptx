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1430000" cy="14287500"/>
  <p:notesSz cx="6858000" cy="9144000"/>
  <p:embeddedFontLst>
    <p:embeddedFont>
      <p:font typeface="TT Norms" panose="020B0604020202020204" charset="0"/>
      <p:regular r:id="rId7"/>
    </p:embeddedFont>
    <p:embeddedFont>
      <p:font typeface="TT Norm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3963" y="11433298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43005" y="9483827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304524" y="3984536"/>
            <a:ext cx="3819926" cy="683196"/>
            <a:chOff x="0" y="0"/>
            <a:chExt cx="905464" cy="1619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What You Need To Know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2995" y="5015395"/>
            <a:ext cx="9134018" cy="400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10"/>
              </a:lnSpc>
            </a:pPr>
            <a:r>
              <a:rPr lang="en-US" sz="15107" b="1" spc="-468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Breaking</a:t>
            </a:r>
            <a:r>
              <a:rPr lang="en-US" sz="15107" b="1" spc="-4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News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474" y="9889001"/>
            <a:ext cx="885905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major development is reshaping the AI landscape. 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Here's why it matters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for your work and business.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Weekly Carousel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78316" y="1112374"/>
            <a:ext cx="229869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Stay ahead of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6159" y="3180442"/>
            <a:ext cx="3044313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200" b="1" spc="-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What You Need To Know</a:t>
            </a:r>
          </a:p>
        </p:txBody>
      </p:sp>
      <p:sp>
        <p:nvSpPr>
          <p:cNvPr id="23" name="Freeform 23"/>
          <p:cNvSpPr/>
          <p:nvPr/>
        </p:nvSpPr>
        <p:spPr>
          <a:xfrm>
            <a:off x="8993310" y="7307221"/>
            <a:ext cx="1283703" cy="1225353"/>
          </a:xfrm>
          <a:custGeom>
            <a:avLst/>
            <a:gdLst/>
            <a:ahLst/>
            <a:cxnLst/>
            <a:rect l="l" t="t" r="r" b="b"/>
            <a:pathLst>
              <a:path w="1283703" h="1225353">
                <a:moveTo>
                  <a:pt x="0" y="0"/>
                </a:moveTo>
                <a:lnTo>
                  <a:pt x="1283703" y="0"/>
                </a:lnTo>
                <a:lnTo>
                  <a:pt x="1283703" y="1225353"/>
                </a:lnTo>
                <a:lnTo>
                  <a:pt x="0" y="1225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Weekly Carousel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7258050"/>
            <a:ext cx="9097886" cy="446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What This</a:t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Means For You</a:t>
            </a: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5" y="2748654"/>
            <a:ext cx="1983733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This release signals a major shift in how AI models handle complex reasoning tasks at scale.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2363" y="2748654"/>
            <a:ext cx="2730406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Open-source alternatives are closing the gap fast, putting pressure on major labs to move quickly.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76993" y="2748654"/>
            <a:ext cx="2310007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Businesses that adopt these tools early will gain a significant productivity edge over competitors.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sp>
        <p:nvSpPr>
          <p:cNvPr id="23" name="Freeform 23"/>
          <p:cNvSpPr/>
          <p:nvPr/>
        </p:nvSpPr>
        <p:spPr>
          <a:xfrm>
            <a:off x="9131997" y="7143750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403764B4-9273-157E-AAB9-96558A4EAD29}"/>
              </a:ext>
            </a:extLst>
          </p:cNvPr>
          <p:cNvGrpSpPr/>
          <p:nvPr/>
        </p:nvGrpSpPr>
        <p:grpSpPr>
          <a:xfrm>
            <a:off x="3847603" y="6346254"/>
            <a:ext cx="3819926" cy="683196"/>
            <a:chOff x="0" y="0"/>
            <a:chExt cx="905464" cy="161943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8ACC0EC-930A-6F04-29F4-C1DBE418D3AC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Three Things To Know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1DDE40CA-43E3-2645-881D-43D519B66572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333376" y="12451585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800350" y="5724525"/>
            <a:ext cx="5829300" cy="291465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t="-16727" b="-167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419663" y="6748073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53637" y="686915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Weekly Carousel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full picture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9114" y="2472393"/>
            <a:ext cx="9097882" cy="270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80"/>
              </a:lnSpc>
            </a:pP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Here's The</a:t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Real Story</a:t>
            </a: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9114" y="9646519"/>
            <a:ext cx="526101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announcement caught the industry by surprise. 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Experts are calling it a landmark moment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in the history of AI development.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40678" y="9646519"/>
            <a:ext cx="279243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implications are broad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and will be felt across every sector.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791033" y="3703291"/>
            <a:ext cx="5829300" cy="2914650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l="-7213" r="-7213" b="-278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9410347" y="472683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44320" y="4847925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Weekly Carousel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0488" y="1102088"/>
            <a:ext cx="3036512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Take action now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9114" y="7147855"/>
            <a:ext cx="9097886" cy="298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How To</a:t>
            </a:r>
            <a:r>
              <a:rPr lang="en-US" sz="10704" b="1" spc="-33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Stay Ahead</a:t>
            </a: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3748" y="10407728"/>
            <a:ext cx="7202505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Start by understanding the core change. 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Audit your current AI tools and workflows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 to identify where this applies to you, then act fast.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D64BF66D-1A1E-E020-0514-F77DD5544ABF}"/>
              </a:ext>
            </a:extLst>
          </p:cNvPr>
          <p:cNvGrpSpPr/>
          <p:nvPr/>
        </p:nvGrpSpPr>
        <p:grpSpPr>
          <a:xfrm>
            <a:off x="3828094" y="2246839"/>
            <a:ext cx="3819926" cy="683196"/>
            <a:chOff x="0" y="0"/>
            <a:chExt cx="905464" cy="161943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27A91B9-702E-6F6E-ABE9-5766F05BA120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Your Next Move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CD6B67DD-0598-B641-54EE-4B784E0202C5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Weekly Carousel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Thank you for reading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3007109"/>
            <a:ext cx="8564335" cy="53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057"/>
              </a:lnSpc>
            </a:pPr>
            <a:r>
              <a:rPr lang="en-US" sz="22536" b="1" spc="-698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Stay Sharp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142985" y="10042296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42975" y="11675885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584708" y="5789534"/>
            <a:ext cx="2004177" cy="1913078"/>
          </a:xfrm>
          <a:custGeom>
            <a:avLst/>
            <a:gdLst/>
            <a:ahLst/>
            <a:cxnLst/>
            <a:rect l="l" t="t" r="r" b="b"/>
            <a:pathLst>
              <a:path w="2004177" h="1913078">
                <a:moveTo>
                  <a:pt x="0" y="0"/>
                </a:moveTo>
                <a:lnTo>
                  <a:pt x="2004177" y="0"/>
                </a:lnTo>
                <a:lnTo>
                  <a:pt x="2004177" y="1913078"/>
                </a:lnTo>
                <a:lnTo>
                  <a:pt x="0" y="1913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35232" y="8390411"/>
            <a:ext cx="72025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The AI space moves fast — 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stay curious and keep learning.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 See you next week.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12705" y="10727235"/>
            <a:ext cx="120458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/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E6CE40AC-A234-ADD3-BCA6-F31FAFF87E4A}"/>
              </a:ext>
            </a:extLst>
          </p:cNvPr>
          <p:cNvGrpSpPr/>
          <p:nvPr/>
        </p:nvGrpSpPr>
        <p:grpSpPr>
          <a:xfrm>
            <a:off x="1054953" y="10532131"/>
            <a:ext cx="3819926" cy="683196"/>
            <a:chOff x="0" y="0"/>
            <a:chExt cx="905464" cy="161943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7D323D7-F1C6-182A-A74C-CF3AEC1AA992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Stay Ahead. Stay Sharp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7236961D-3437-CC73-AEF4-DBAC3A32CA01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4F7A098C-9EAD-B12D-C1C2-5ECD7940B919}"/>
              </a:ext>
            </a:extLst>
          </p:cNvPr>
          <p:cNvGrpSpPr/>
          <p:nvPr/>
        </p:nvGrpSpPr>
        <p:grpSpPr>
          <a:xfrm>
            <a:off x="6555121" y="10521904"/>
            <a:ext cx="3819926" cy="683196"/>
            <a:chOff x="0" y="0"/>
            <a:chExt cx="905464" cy="161943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8882CE8-10BD-EC5C-BE9C-2EEE58CAC509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Stay Ahead. Stay Sharp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77471375-612F-6632-08A9-2A37B88262AB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263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TT Norms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Gradient Business LinkedIn Carousel Post</dc:title>
  <cp:lastModifiedBy>Evan Fair</cp:lastModifiedBy>
  <cp:revision>2</cp:revision>
  <dcterms:created xsi:type="dcterms:W3CDTF">2006-08-16T00:00:00Z</dcterms:created>
  <dcterms:modified xsi:type="dcterms:W3CDTF">2026-06-13T02:43:47Z</dcterms:modified>
  <dc:identifier>DAHMahfBsfw</dc:identifier>
</cp:coreProperties>
</file>